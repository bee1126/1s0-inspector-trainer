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13"/>
    <p:sldId id="263" r:id="rId14"/>
    <p:sldId id="264" r:id="rId15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2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10515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1S0 Inspector Trainer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55448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Like You Inspect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2468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safety training for Air Force 1S0 professionals.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OSHA-aligned. Gamified. Built for your phone.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457200"/>
            <a:ext cx="2286000" cy="425196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sessions/gallant-vibrant-ramanujan/screenshot_hom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83680" y="548640"/>
            <a:ext cx="2103120" cy="4069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5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 |  Education  |  Free  |  No Account Required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8686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64008" cy="8686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Fade Fast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84708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 go weeks or months between real inspections. Without reinforcement, critical knowledge erodes.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7680960" cy="8686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64008" cy="8686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6334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is Passive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94436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 and CBTs don't build decision-making skills. Inspectors need scenario practice, not just reading.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8686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64008" cy="8686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37307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Pocket Tool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0416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quick, mobile way to drill OSHA &amp; AF safety topics on-the-go. Until now.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Interactive 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OSHA-aligned, scenario-driven training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/ Tagout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647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Protection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122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Confined Space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8072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Conservation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5021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Mishap Reporting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417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Basics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17647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Fundamentals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1122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Briefing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Decision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8072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Responsibilities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154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Abatement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5021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includes: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 +  Scenarios  +  Quiz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411480"/>
            <a:ext cx="2697480" cy="42976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/sessions/gallant-vibrant-ramanujan/screenshot_modu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0" y="502920"/>
            <a:ext cx="2514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Gamified Progression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3840480" cy="713232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188720"/>
            <a:ext cx="54864" cy="71323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1243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 &amp; Levels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5179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 for every lesson and quiz. Level up as you master content.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2057400"/>
            <a:ext cx="3840480" cy="713232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2057400"/>
            <a:ext cx="54864" cy="71323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2112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Streaks &amp; Hearts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2386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goals keep you consistent. Hearts add stakes to quizzes.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2926080"/>
            <a:ext cx="3840480" cy="713232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31520" y="2926080"/>
            <a:ext cx="54864" cy="71323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05840" y="2980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Badges &amp; Stats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2552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achievements. Track quizzes completed, accuracy, and weekly activity.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31520" y="3794760"/>
            <a:ext cx="3840480" cy="713232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31520" y="3794760"/>
            <a:ext cx="54864" cy="71323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05840" y="3849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Zone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05840" y="4123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5, Match Sprint, T/F Blitz, RAC Sort — six drill modes.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46320" y="411480"/>
            <a:ext cx="1965960" cy="42976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1" descr="/sessions/gallant-vibrant-ramanujan/screenshot_quiz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19472" y="502920"/>
            <a:ext cx="1828800" cy="41148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995160" y="411480"/>
            <a:ext cx="1965960" cy="42976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2" descr="/sessions/gallant-vibrant-ramanujan/screenshot_progres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68312" y="502920"/>
            <a:ext cx="1828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Privacy &amp; Simplicity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14600" cy="29260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7373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Data Collection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no analytics, no ads. Everything stays on your device.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1463040"/>
            <a:ext cx="2514600" cy="29260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373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Current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03320" y="31089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aligned to OSHA standards and AF safety guidance. Easy to expand.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1463040"/>
            <a:ext cx="2514600" cy="29260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7373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Value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92240" y="31089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start training immediately. No setup, no sign-up friction.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Train?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the App Store  |  Free  |  iOS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5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1S0 Inspector Trainer  |  Train Like You Inspect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ow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731520" y="360000"/>
            <a:ext cx="76809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200" dirty="0"/>
          </a:p>
        </p:txBody>
      </p:sp>
      <p:sp>
        <p:nvSpPr>
          <p:cNvPr id="4" name="Text 4"/>
          <p:cNvSpPr/>
          <p:nvPr/>
        </p:nvSpPr>
        <p:spPr>
          <a:xfrm>
            <a:off x="731520" y="850000"/>
            <a:ext cx="768096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this month  |  High confidence  |  P0-P1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731520" y="1250000"/>
            <a:ext cx="7680960" cy="65870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731520" y="1250000"/>
            <a:ext cx="64008" cy="6587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1051560" y="1280000"/>
            <a:ext cx="7132320" cy="219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Expansion</a:t>
            </a:r>
            <a:endParaRPr lang="en-US" sz="1200" dirty="0"/>
          </a:p>
        </p:txBody>
      </p:sp>
      <p:sp>
        <p:nvSpPr>
          <p:cNvPr id="8" name="Text 8"/>
          <p:cNvSpPr/>
          <p:nvPr/>
        </p:nvSpPr>
        <p:spPr>
          <a:xfrm>
            <a:off x="1051560" y="1479566"/>
            <a:ext cx="7132320" cy="39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 new modules: Electrical Safety, Fire Protection, Ergonomics, Respiratory Protection. 10 questions each.</a:t>
            </a:r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731520" y="2008700"/>
            <a:ext cx="7680960" cy="65870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731520" y="2008700"/>
            <a:ext cx="64008" cy="6587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1051560" y="2038700"/>
            <a:ext cx="7132320" cy="219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Difficulty Tuning</a:t>
            </a:r>
            <a:endParaRPr lang="en-US" sz="1200" dirty="0"/>
          </a:p>
        </p:txBody>
      </p:sp>
      <p:sp>
        <p:nvSpPr>
          <p:cNvPr id="12" name="Text 12"/>
          <p:cNvSpPr/>
          <p:nvPr/>
        </p:nvSpPr>
        <p:spPr>
          <a:xfrm>
            <a:off x="1051560" y="2238266"/>
            <a:ext cx="7132320" cy="39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AdaptiveDifficultyManager thresholds based on user feedback across all 14 existing modules.</a:t>
            </a:r>
            <a:endParaRPr lang="en-US" sz="1200" dirty="0"/>
          </a:p>
        </p:txBody>
      </p:sp>
      <p:sp>
        <p:nvSpPr>
          <p:cNvPr id="13" name="Shape 13"/>
          <p:cNvSpPr/>
          <p:nvPr/>
        </p:nvSpPr>
        <p:spPr>
          <a:xfrm>
            <a:off x="731520" y="2767400"/>
            <a:ext cx="7680960" cy="65870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31520" y="2767400"/>
            <a:ext cx="64008" cy="6587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1051560" y="2797400"/>
            <a:ext cx="7132320" cy="219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Store Optimization</a:t>
            </a:r>
            <a:endParaRPr lang="en-US" sz="1200" dirty="0"/>
          </a:p>
        </p:txBody>
      </p:sp>
      <p:sp>
        <p:nvSpPr>
          <p:cNvPr id="16" name="Text 16"/>
          <p:cNvSpPr/>
          <p:nvPr/>
        </p:nvSpPr>
        <p:spPr>
          <a:xfrm>
            <a:off x="1051560" y="2996966"/>
            <a:ext cx="7132320" cy="39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screenshots for iPhone 16/iPad, refine keywords, add App Preview video. Push v1.1 build.</a:t>
            </a:r>
            <a:endParaRPr lang="en-US" sz="1200" dirty="0"/>
          </a:p>
        </p:txBody>
      </p:sp>
      <p:sp>
        <p:nvSpPr>
          <p:cNvPr id="17" name="Shape 17"/>
          <p:cNvSpPr/>
          <p:nvPr/>
        </p:nvSpPr>
        <p:spPr>
          <a:xfrm>
            <a:off x="731520" y="3526100"/>
            <a:ext cx="7680960" cy="65870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31520" y="3526100"/>
            <a:ext cx="64008" cy="6587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/>
          <p:nvPr/>
        </p:nvSpPr>
        <p:spPr>
          <a:xfrm>
            <a:off x="1051560" y="3556100"/>
            <a:ext cx="7132320" cy="219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Fixes &amp; Polish</a:t>
            </a:r>
            <a:endParaRPr lang="en-US" sz="1200" dirty="0"/>
          </a:p>
        </p:txBody>
      </p:sp>
      <p:sp>
        <p:nvSpPr>
          <p:cNvPr id="20" name="Text 20"/>
          <p:cNvSpPr/>
          <p:nvPr/>
        </p:nvSpPr>
        <p:spPr>
          <a:xfrm>
            <a:off x="1051560" y="3755666"/>
            <a:ext cx="7132320" cy="39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streak reset edge cases, quiz timer on smaller screens, VoiceOver label gaps from feedback reports.</a:t>
            </a:r>
            <a:endParaRPr lang="en-US" sz="1200" dirty="0"/>
          </a:p>
        </p:txBody>
      </p:sp>
      <p:sp>
        <p:nvSpPr>
          <p:cNvPr id="21" name="Shape 21"/>
          <p:cNvSpPr/>
          <p:nvPr/>
        </p:nvSpPr>
        <p:spPr>
          <a:xfrm>
            <a:off x="731520" y="4284800"/>
            <a:ext cx="7680960" cy="65870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731520" y="4284800"/>
            <a:ext cx="64008" cy="6587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3"/>
          <p:cNvSpPr/>
          <p:nvPr/>
        </p:nvSpPr>
        <p:spPr>
          <a:xfrm>
            <a:off x="1051560" y="4314800"/>
            <a:ext cx="7132320" cy="219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Flow Refinement</a:t>
            </a:r>
            <a:endParaRPr lang="en-US" sz="1200" dirty="0"/>
          </a:p>
        </p:txBody>
      </p:sp>
      <p:sp>
        <p:nvSpPr>
          <p:cNvPr id="24" name="Text 24"/>
          <p:cNvSpPr/>
          <p:nvPr/>
        </p:nvSpPr>
        <p:spPr>
          <a:xfrm>
            <a:off x="1051560" y="4514366"/>
            <a:ext cx="7132320" cy="39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OnboardingPathView and RoleSelectionView. Reduce steps, clarify role picker for new users.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xt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731520" y="360000"/>
            <a:ext cx="76809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200" dirty="0"/>
          </a:p>
        </p:txBody>
      </p:sp>
      <p:sp>
        <p:nvSpPr>
          <p:cNvPr id="4" name="Text 4"/>
          <p:cNvSpPr/>
          <p:nvPr/>
        </p:nvSpPr>
        <p:spPr>
          <a:xfrm>
            <a:off x="731520" y="850000"/>
            <a:ext cx="768096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months out  |  Planned and scoped  |  P1-P2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731520" y="1250000"/>
            <a:ext cx="7680960" cy="848375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731520" y="1250000"/>
            <a:ext cx="64008" cy="848375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1051560" y="1280000"/>
            <a:ext cx="71323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Spaced Repetition Engine</a:t>
            </a:r>
            <a:endParaRPr lang="en-US" sz="1200" dirty="0"/>
          </a:p>
        </p:txBody>
      </p:sp>
      <p:sp>
        <p:nvSpPr>
          <p:cNvPr id="8" name="Text 8"/>
          <p:cNvSpPr/>
          <p:nvPr/>
        </p:nvSpPr>
        <p:spPr>
          <a:xfrm>
            <a:off x="1051560" y="1540000"/>
            <a:ext cx="7132320" cy="52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 algorithm for quiz review scheduling. Surface missed questions at optimal intervals for long-term retention.</a:t>
            </a:r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731520" y="2198375"/>
            <a:ext cx="7680960" cy="848375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731520" y="2198375"/>
            <a:ext cx="64008" cy="848375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1051560" y="2228375"/>
            <a:ext cx="71323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Leaderboard (Local/Unit)</a:t>
            </a:r>
            <a:endParaRPr lang="en-US" sz="1200" dirty="0"/>
          </a:p>
        </p:txBody>
      </p:sp>
      <p:sp>
        <p:nvSpPr>
          <p:cNvPr id="12" name="Text 12"/>
          <p:cNvSpPr/>
          <p:nvPr/>
        </p:nvSpPr>
        <p:spPr>
          <a:xfrm>
            <a:off x="1051560" y="2488375"/>
            <a:ext cx="7132320" cy="52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leaderboard via unit code. No account required. Data stays on-device via shared UserDefaults or iCloud KVS.</a:t>
            </a:r>
            <a:endParaRPr lang="en-US" sz="1200" dirty="0"/>
          </a:p>
        </p:txBody>
      </p:sp>
      <p:sp>
        <p:nvSpPr>
          <p:cNvPr id="13" name="Shape 13"/>
          <p:cNvSpPr/>
          <p:nvPr/>
        </p:nvSpPr>
        <p:spPr>
          <a:xfrm>
            <a:off x="731520" y="3146750"/>
            <a:ext cx="7680960" cy="848375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31520" y="3146750"/>
            <a:ext cx="64008" cy="848375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1051560" y="3176750"/>
            <a:ext cx="71323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Branching Expansion</a:t>
            </a:r>
            <a:endParaRPr lang="en-US" sz="1200" dirty="0"/>
          </a:p>
        </p:txBody>
      </p:sp>
      <p:sp>
        <p:nvSpPr>
          <p:cNvPr id="16" name="Text 16"/>
          <p:cNvSpPr/>
          <p:nvPr/>
        </p:nvSpPr>
        <p:spPr>
          <a:xfrm>
            <a:off x="1051560" y="3436750"/>
            <a:ext cx="7132320" cy="52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Multi-path decision trees for existing scenarios. 2-3 branching paths with different outcomes and feedback per scenario.</a:t>
            </a:r>
            <a:endParaRPr lang="en-US" sz="1200" dirty="0"/>
          </a:p>
        </p:txBody>
      </p:sp>
      <p:sp>
        <p:nvSpPr>
          <p:cNvPr id="17" name="Shape 17"/>
          <p:cNvSpPr/>
          <p:nvPr/>
        </p:nvSpPr>
        <p:spPr>
          <a:xfrm>
            <a:off x="731520" y="4095125"/>
            <a:ext cx="7680960" cy="848375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31520" y="4095125"/>
            <a:ext cx="64008" cy="848375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/>
          <p:nvPr/>
        </p:nvSpPr>
        <p:spPr>
          <a:xfrm>
            <a:off x="1051560" y="4125125"/>
            <a:ext cx="71323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Plan / Guided Paths</a:t>
            </a:r>
            <a:endParaRPr lang="en-US" sz="1200" dirty="0"/>
          </a:p>
        </p:txBody>
      </p:sp>
      <p:sp>
        <p:nvSpPr>
          <p:cNvPr id="20" name="Text 20"/>
          <p:cNvSpPr/>
          <p:nvPr/>
        </p:nvSpPr>
        <p:spPr>
          <a:xfrm>
            <a:off x="1051560" y="4385125"/>
            <a:ext cx="7132320" cy="52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tracks like “New Inspector 30-Day Plan” or “Annual Refresher” that auto-sequence modules and daily goals.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ter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731520" y="360000"/>
            <a:ext cx="76809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</a:t>
            </a:r>
            <a:endParaRPr lang="en-US" sz="1200" dirty="0"/>
          </a:p>
        </p:txBody>
      </p:sp>
      <p:sp>
        <p:nvSpPr>
          <p:cNvPr id="4" name="Text 4"/>
          <p:cNvSpPr/>
          <p:nvPr/>
        </p:nvSpPr>
        <p:spPr>
          <a:xfrm>
            <a:off x="731520" y="850000"/>
            <a:ext cx="768096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3-6+ months  |  Directional  |  Strategic bets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731520" y="1250000"/>
            <a:ext cx="7680960" cy="116450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731520" y="1250000"/>
            <a:ext cx="64008" cy="1164500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1051560" y="1280000"/>
            <a:ext cx="71323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Base-Specific Content Packs</a:t>
            </a:r>
            <a:endParaRPr lang="en-US" sz="1200" dirty="0"/>
          </a:p>
        </p:txBody>
      </p:sp>
      <p:sp>
        <p:nvSpPr>
          <p:cNvPr id="8" name="Text 8"/>
          <p:cNvSpPr/>
          <p:nvPr/>
        </p:nvSpPr>
        <p:spPr>
          <a:xfrm>
            <a:off x="1051560" y="1540000"/>
            <a:ext cx="7132320" cy="8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content layers for specific installations. Units load supplemental procedures on top of the standard 1S0 curriculum.</a:t>
            </a:r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731520" y="2514500"/>
            <a:ext cx="7680960" cy="116450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731520" y="2514500"/>
            <a:ext cx="64008" cy="1164500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1051560" y="2544500"/>
            <a:ext cx="71323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Question Generation</a:t>
            </a:r>
            <a:endParaRPr lang="en-US" sz="1200" dirty="0"/>
          </a:p>
        </p:txBody>
      </p:sp>
      <p:sp>
        <p:nvSpPr>
          <p:cNvPr id="12" name="Text 12"/>
          <p:cNvSpPr/>
          <p:nvPr/>
        </p:nvSpPr>
        <p:spPr>
          <a:xfrm>
            <a:off x="1051560" y="2804500"/>
            <a:ext cx="7132320" cy="8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 or API-assisted generation of new quiz questions from uploaded AFIs/TOs. Keeps content fresh without manual authoring.</a:t>
            </a:r>
            <a:endParaRPr lang="en-US" sz="1200" dirty="0"/>
          </a:p>
        </p:txBody>
      </p:sp>
      <p:sp>
        <p:nvSpPr>
          <p:cNvPr id="13" name="Shape 13"/>
          <p:cNvSpPr/>
          <p:nvPr/>
        </p:nvSpPr>
        <p:spPr>
          <a:xfrm>
            <a:off x="731520" y="3779000"/>
            <a:ext cx="7680960" cy="116450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31520" y="3779000"/>
            <a:ext cx="64008" cy="1164500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1051560" y="3809000"/>
            <a:ext cx="71323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Multi-AFSC Expansion</a:t>
            </a:r>
            <a:endParaRPr lang="en-US" sz="1200" dirty="0"/>
          </a:p>
        </p:txBody>
      </p:sp>
      <p:sp>
        <p:nvSpPr>
          <p:cNvPr id="16" name="Text 16"/>
          <p:cNvSpPr/>
          <p:nvPr/>
        </p:nvSpPr>
        <p:spPr>
          <a:xfrm>
            <a:off x="1051560" y="4069000"/>
            <a:ext cx="7132320" cy="8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platform beyond 1S0 to adjacent safety AFSCs (4B0 Bioenvironmental, 4E0 Public Health). Same engine, different content packs.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Microsoft Macintosh PowerPoint</Application>
  <PresentationFormat>On-screen Show (16:9)</PresentationFormat>
  <Paragraphs>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1S0 Inspector Trainer</dc:title>
  <dc:subject>PptxGenJS Presentation</dc:subject>
  <dc:creator>Abdoul</dc:creator>
  <cp:lastModifiedBy>Abdoul Bah</cp:lastModifiedBy>
  <cp:revision>2</cp:revision>
  <dcterms:created xsi:type="dcterms:W3CDTF">2026-03-16T18:54:06Z</dcterms:created>
  <dcterms:modified xsi:type="dcterms:W3CDTF">2026-03-16T19:07:24Z</dcterms:modified>
</cp:coreProperties>
</file>