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0649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8288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1S0 Inspector Trainer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26974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Scenario-Based Safety Training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Modern Inspector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like you inspect.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537960" y="502920"/>
            <a:ext cx="2286000" cy="420624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640080"/>
            <a:ext cx="2103120" cy="39319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54864" cy="32004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17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Decay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Inspectors lose proficiency between real-world inspections with no structured refresher system.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14300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337560" y="1143000"/>
            <a:ext cx="54864" cy="32004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417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Mobile Option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11880" y="24688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training is classroom or CBT-bound. No way to train on-the-go during downtime.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72200" y="114300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172200" y="1143000"/>
            <a:ext cx="54864" cy="32004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4173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Passive Learning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46520" y="24688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decks and PDFs don't build decision-making skills needed in the field.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iOS app purpose-built for 1S0 safety professionals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9047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 Interactive Modules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6733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LOTO, Fall Protection, RM, Confined Space, Hot Work, and 9 more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417320"/>
            <a:ext cx="411480" cy="41148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49047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Scenario-Driven Training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394960" y="16733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paths with instant feedback and timed pressure mode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2560320"/>
            <a:ext cx="411480" cy="41148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2633472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Quizzes &amp; Assessments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88720" y="28163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quick-checks with pass/fail scoring and summaries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846320" y="2560320"/>
            <a:ext cx="411480" cy="41148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2633472"/>
            <a:ext cx="265176" cy="2651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9496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XP &amp; Gamification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394960" y="28163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Levels, streaks, daily goals, hearts, and badges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40080" y="3703320"/>
            <a:ext cx="411480" cy="41148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3776472"/>
            <a:ext cx="265176" cy="26517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88720" y="3657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Data Collection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1188720" y="39593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accounts, no ads, no analytics. All data stays on-device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846320" y="3703320"/>
            <a:ext cx="411480" cy="41148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3776472"/>
            <a:ext cx="265176" cy="26517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94960" y="3657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Native iOS App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5394960" y="39593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SwiftUI-built, fast, designed for phone-in-hand use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App in 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91640" cy="3154680"/>
          </a:xfrm>
          <a:prstGeom prst="roundRect">
            <a:avLst>
              <a:gd name="adj" fmla="val 8108"/>
            </a:avLst>
          </a:prstGeom>
          <a:solidFill>
            <a:srgbClr val="00000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115568"/>
            <a:ext cx="1563624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251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HQ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651760" y="1005840"/>
            <a:ext cx="1691640" cy="3154680"/>
          </a:xfrm>
          <a:prstGeom prst="roundRect">
            <a:avLst>
              <a:gd name="adj" fmla="val 8108"/>
            </a:avLst>
          </a:prstGeom>
          <a:solidFill>
            <a:srgbClr val="00000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5768" y="1115568"/>
            <a:ext cx="1563624" cy="2926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51760" y="4251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846320" y="1005840"/>
            <a:ext cx="1691640" cy="3154680"/>
          </a:xfrm>
          <a:prstGeom prst="roundRect">
            <a:avLst>
              <a:gd name="adj" fmla="val 8108"/>
            </a:avLst>
          </a:prstGeom>
          <a:solidFill>
            <a:srgbClr val="00000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1115568"/>
            <a:ext cx="1563624" cy="2926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46320" y="4251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7040880" y="1005840"/>
            <a:ext cx="1691640" cy="3154680"/>
          </a:xfrm>
          <a:prstGeom prst="roundRect">
            <a:avLst>
              <a:gd name="adj" fmla="val 8108"/>
            </a:avLst>
          </a:prstGeom>
          <a:solidFill>
            <a:srgbClr val="00000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1115568"/>
            <a:ext cx="1563624" cy="29260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40880" y="4251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&amp; Value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3258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920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0292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Modules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core 1S0 competencies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09728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3258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1920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333756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2044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privacy — nothing leaves the device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72200" y="109728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32588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2200" y="1920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4000" dirty="0"/>
          </a:p>
        </p:txBody>
      </p:sp>
      <p:sp>
        <p:nvSpPr>
          <p:cNvPr id="17" name="Text 12"/>
          <p:cNvSpPr/>
          <p:nvPr/>
        </p:nvSpPr>
        <p:spPr>
          <a:xfrm>
            <a:off x="617220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Anywhere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5508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during downtime, TDY, or in the field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794760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3776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Standards-aligned (OSHA + AF guidance)</a:t>
            </a:r>
            <a:endParaRPr lang="en-US" sz="1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114800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51560" y="4096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1S0s and Unit Safety Reps</a:t>
            </a:r>
            <a:endParaRPr lang="en-US" sz="12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434840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051560" y="44165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App Store distribution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7315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554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Elevate Safety Training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371600" y="2331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privacy-first training tool built by an Airman for Airmen.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286000" y="3017520"/>
            <a:ext cx="4572000" cy="1371600"/>
          </a:xfrm>
          <a:prstGeom prst="rect">
            <a:avLst/>
          </a:prstGeom>
          <a:solidFill>
            <a:srgbClr val="1E305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468880" y="31089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SSgt Abdoul Bah</a:t>
            </a:r>
            <a:endParaRPr lang="en-US" sz="1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abdoulbah1126@gmail.com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253</Words>
  <Application>Microsoft Macintosh PowerPoint</Application>
  <PresentationFormat>On-screen Show (16:9)</PresentationFormat>
  <Paragraphs>55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1S0 Inspector Trainer — Leadership Showcase</dc:title>
  <dc:subject>PptxGenJS Presentation</dc:subject>
  <dc:creator>Abdoul Bah</dc:creator>
  <cp:lastModifiedBy>Abdoul Bah</cp:lastModifiedBy>
  <cp:revision>2</cp:revision>
  <dcterms:created xsi:type="dcterms:W3CDTF">2026-02-06T22:00:36Z</dcterms:created>
  <dcterms:modified xsi:type="dcterms:W3CDTF">2026-02-06T22:04:00Z</dcterms:modified>
</cp:coreProperties>
</file>