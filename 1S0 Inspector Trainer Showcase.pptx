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64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1S0 Inspector Trainer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2697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Safety Training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Modern Inspector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like you inspect.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37960" y="502920"/>
            <a:ext cx="2286000" cy="420624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640080"/>
            <a:ext cx="2103120" cy="3931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Decay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lose proficiency between real-world inspections with no structured refresher system.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1430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37560" y="11430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Mobile Option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training is classroom or CBT-bound. No way to train on-the-go during downtime.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1430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11430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Learning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and PDFs don't build decision-making skills needed in the field.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iOS app purpose-built for 1S0 safety professionals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904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Interactive Modules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673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LOTO, Fall Protection, RM, Confined Space, Hot Work, and 9 more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9047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Scenario-Driven Training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94960" y="1673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paths with instant feedback and timed pressure mode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63347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Quizzes &amp; Assessments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2816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quick-checks with pass/fail scoring and summaries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2560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63347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 &amp; Gamification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394960" y="2816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Levels, streaks, daily goals, hearts, and badges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776472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Data Collection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88720" y="3959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ads, no analytics. All data stays on-device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46320" y="3703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776472"/>
            <a:ext cx="265176" cy="26517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9496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iOS App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394960" y="3959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SwiftUI-built, fast, designed for phone-in-hand use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15568"/>
            <a:ext cx="1563624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HQ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5176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115568"/>
            <a:ext cx="1563624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115568"/>
            <a:ext cx="1563624" cy="2926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632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04088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1115568"/>
            <a:ext cx="1563624" cy="2926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core 1S0 competencies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258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3375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privacy — nothing leaves the device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0972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25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617220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during downtime, TDY, or in the field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9476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776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Standards-aligned (OSHA + AF guidance)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1480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4096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1S0s and Unit Safety Reps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3484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51560" y="4416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App Store distribution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Elevate Safety Training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privacy-first training tool built by an Airman for Airmen.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286000" y="3017520"/>
            <a:ext cx="4572000" cy="1371600"/>
          </a:xfrm>
          <a:prstGeom prst="rect">
            <a:avLst/>
          </a:prstGeom>
          <a:solidFill>
            <a:srgbClr val="1E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468880" y="3108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SSgt Abdoul Bah</a:t>
            </a:r>
            <a:endParaRPr lang="en-US" sz="1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abdoulbah1126@gmail.com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252</Words>
  <Application>Microsoft Macintosh PowerPoint</Application>
  <PresentationFormat>On-screen Show (16:9)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1S0 Inspector Trainer — Leadership Showcase</dc:title>
  <dc:subject>PptxGenJS Presentation</dc:subject>
  <dc:creator>Abdoul Bah</dc:creator>
  <cp:lastModifiedBy>Abdoul Bah</cp:lastModifiedBy>
  <cp:revision>3</cp:revision>
  <dcterms:created xsi:type="dcterms:W3CDTF">2026-02-06T22:00:36Z</dcterms:created>
  <dcterms:modified xsi:type="dcterms:W3CDTF">2026-02-08T17:40:37Z</dcterms:modified>
</cp:coreProperties>
</file>